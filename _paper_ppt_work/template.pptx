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94" r:id="rId3"/>
    <p:sldId id="258" r:id="rId5"/>
    <p:sldId id="326" r:id="rId6"/>
    <p:sldId id="262" r:id="rId7"/>
    <p:sldId id="331" r:id="rId8"/>
    <p:sldId id="342" r:id="rId9"/>
    <p:sldId id="266" r:id="rId10"/>
    <p:sldId id="333" r:id="rId11"/>
    <p:sldId id="340" r:id="rId12"/>
  </p:sldIdLst>
  <p:sldSz cx="9144000" cy="6858000" type="screen4x3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C0504D"/>
    <a:srgbClr val="AF4946"/>
    <a:srgbClr val="1C4372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1747" y="53"/>
      </p:cViewPr>
      <p:guideLst>
        <p:guide orient="horz" pos="2105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72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Venn </a:t>
            </a:r>
            <a:r>
              <a:rPr lang="zh-CN" altLang="en-US"/>
              <a:t>图，中文常叫 维恩图，是一种用圆圈之间的重叠关系来表示集合关系的图。</a:t>
            </a:r>
            <a:br>
              <a:rPr lang="zh-CN" altLang="en-US"/>
            </a:br>
            <a:r>
              <a:rPr lang="zh-CN" altLang="en-US"/>
              <a:t>“正确推荐物品数”不是训练时算的，而是模型完成推荐之后，在测试集上做的后验统计。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99100" y="914400"/>
            <a:ext cx="73494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899100" y="3560400"/>
            <a:ext cx="73494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56300" y="1490400"/>
            <a:ext cx="82269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493100" y="3848400"/>
            <a:ext cx="58266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493100" y="4615200"/>
            <a:ext cx="58266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456300" y="1501200"/>
            <a:ext cx="38826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808700" y="1501200"/>
            <a:ext cx="38826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56300" y="1429200"/>
            <a:ext cx="40068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56300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1421729"/>
            <a:ext cx="40068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56300" y="1555200"/>
            <a:ext cx="3924808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762800" y="1555200"/>
            <a:ext cx="39204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7676100" y="914400"/>
            <a:ext cx="783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85800" y="914400"/>
            <a:ext cx="68769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456300" y="774000"/>
            <a:ext cx="82296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99100" y="2484000"/>
            <a:ext cx="73494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899100" y="3560400"/>
            <a:ext cx="73494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456300" y="608400"/>
            <a:ext cx="82269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456300" y="1490400"/>
            <a:ext cx="82269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4590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000" y="6314400"/>
            <a:ext cx="297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6582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6675" y="69920"/>
            <a:ext cx="8226900" cy="705600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Title</a:t>
            </a:r>
            <a:endParaRPr lang="en-US" altLang="zh-CN" dirty="0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6675" y="69920"/>
            <a:ext cx="8226900" cy="705600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Abstract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633085" y="1113790"/>
            <a:ext cx="28143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动机：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6675" y="69920"/>
            <a:ext cx="8226900" cy="705600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key contributions</a:t>
            </a:r>
            <a:endParaRPr lang="en-US" altLang="zh-CN" dirty="0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6675" y="69920"/>
            <a:ext cx="8226900" cy="705600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Framework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6675" y="69920"/>
            <a:ext cx="8226900" cy="705600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Method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6675" y="69920"/>
            <a:ext cx="8226900" cy="705600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Method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6675" y="69920"/>
            <a:ext cx="8226900" cy="705600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Datasets</a:t>
            </a:r>
            <a:endParaRPr lang="en-US" altLang="zh-CN" dirty="0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6675" y="69920"/>
            <a:ext cx="8226900" cy="705600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Experimental Evaluation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6675" y="69920"/>
            <a:ext cx="8226900" cy="705600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Idea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COMMONDATA" val="eyJoZGlkIjoiOTAyYmQwNDRmNDgwZWE0NWM4ZDNmZDE1MmYzZWI4MW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</Words>
  <Application>WPS 演示</Application>
  <PresentationFormat>全屏显示(4:3)</PresentationFormat>
  <Paragraphs>20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Times New Roman</vt:lpstr>
      <vt:lpstr>微软雅黑</vt:lpstr>
      <vt:lpstr>Arial Unicode MS</vt:lpstr>
      <vt:lpstr>Calibri</vt:lpstr>
      <vt:lpstr>WPS</vt:lpstr>
      <vt:lpstr>Title</vt:lpstr>
      <vt:lpstr>Abstract</vt:lpstr>
      <vt:lpstr>key contributions</vt:lpstr>
      <vt:lpstr>Framework</vt:lpstr>
      <vt:lpstr>Method</vt:lpstr>
      <vt:lpstr>Method</vt:lpstr>
      <vt:lpstr>Datasets</vt:lpstr>
      <vt:lpstr>Experimental Evaluation</vt:lpstr>
      <vt:lpstr>Idea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o_o</cp:lastModifiedBy>
  <cp:revision>405</cp:revision>
  <dcterms:created xsi:type="dcterms:W3CDTF">2019-06-19T02:08:00Z</dcterms:created>
  <dcterms:modified xsi:type="dcterms:W3CDTF">2026-07-06T11:10:28Z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D168EC3F916C4218827EF4C0FD3A01D2_13</vt:lpwstr>
  </property>
</Properties>
</file>